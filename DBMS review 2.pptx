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3" d="100"/>
          <a:sy n="63" d="100"/>
        </p:scale>
        <p:origin x="80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1B60-24AD-2BE1-F0CD-14741FB65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F097E6-BFEF-F81F-2941-F9B95F09A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5F601-E402-D14D-B5D8-D4F129909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89235-9656-44C6-B64F-0332B5D28B7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55215-E437-6AE4-6799-037023FAE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4F80A-660D-3C7C-548C-40D6D7724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868EF-731C-4D24-A011-91D90AE27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208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F7F25-C18F-4055-B480-985C861FD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09A5D-C52C-D854-925B-D3285D48B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32AA7-CD8D-FDE7-5AC8-FEC534758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89235-9656-44C6-B64F-0332B5D28B7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89141-E486-101C-1FD8-43FBBF853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0164A-9E1C-D4B2-6345-B30786993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868EF-731C-4D24-A011-91D90AE27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344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6D170-411E-30F0-1978-9DD4DE86A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2A8521-7561-02CD-78B8-F5A42B6B2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C90DE-FDB1-30F5-1EE4-1DB4FECEA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89235-9656-44C6-B64F-0332B5D28B7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59039-63B0-CA6B-7949-2E42ED651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ED20B-4CA7-E2B2-101B-D695D754B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868EF-731C-4D24-A011-91D90AE27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566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7BC79-1DE8-189C-69F9-B70295ADF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12EC5-2791-5431-A06B-FBAF7FD3E5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997940-B889-0B3F-F9C1-31FB9D0EBB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FE19A-0A4E-67DD-F28C-3E79CA737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89235-9656-44C6-B64F-0332B5D28B7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59D66A-8107-2EB4-B859-B89C4B82A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C3E8A-880D-E370-4899-2FBCB83DE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868EF-731C-4D24-A011-91D90AE27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39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A01D6-D834-E190-715B-AF47E6971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3118A-F757-2125-A0E1-28717847F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3CF9E5-934D-06F9-9D71-3F8681FD78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CD3133-003A-2D34-4844-A5575DC319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2A153F-4CC4-80A1-7280-645A870EB2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98E2A2-F57E-7A67-4004-0130D4FC1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89235-9656-44C6-B64F-0332B5D28B7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6D1737-392A-7464-EF9B-0713AFA06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9722D3-4D97-FD5E-CF2B-97DFC509F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868EF-731C-4D24-A011-91D90AE27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93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A7E8A-4CB3-13CA-6D25-46B7E2207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842B97-0423-D707-D256-2A5546EB9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89235-9656-44C6-B64F-0332B5D28B7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01CF59-9B8F-6F78-3860-44B06B439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1D82B9-D3F6-C382-23C0-E0CAAE982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868EF-731C-4D24-A011-91D90AE27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417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C16670-3B97-2ACE-7EEA-B235B2473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89235-9656-44C6-B64F-0332B5D28B7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B23144-654C-BB2F-F03B-B967D7D72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1EBED-9D10-3663-4E9C-F62817D9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868EF-731C-4D24-A011-91D90AE27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215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2A64F-D1BC-BD05-E2EB-548973906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73FCC-E6C4-C5FA-F80E-7F26F051B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B40E58-F70C-9B12-CF9B-0AF4F11B5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EFEDA2-27B8-94AE-8F25-511D8F11C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89235-9656-44C6-B64F-0332B5D28B7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374A26-066F-DA1A-C830-BF0ADB299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EC2B48-8135-6EFD-79CF-CB6AF87A5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868EF-731C-4D24-A011-91D90AE27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01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8688A-D23D-33AA-F509-682ACDF6F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A4956B-E0EC-282D-7C83-B735FAF5FE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F3A6A6-DB75-68BE-ED4F-2F6F19E10C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C39F4-A0E8-E4AC-A0CC-D2DDED527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89235-9656-44C6-B64F-0332B5D28B7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749538-6B09-7862-9DCB-59F87E415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36E1D1-B6AA-A037-25FB-21519B87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868EF-731C-4D24-A011-91D90AE27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628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DB081-5646-41C4-B40D-9FEF20652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DB4262-E533-4479-CEE2-5EE351A61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70B25-F02A-A855-4118-AD0A55F6C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89235-9656-44C6-B64F-0332B5D28B7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711DD-470C-7FD4-78FD-5F8DC8A0E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289DC-08ED-7739-4F52-DEB835692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868EF-731C-4D24-A011-91D90AE27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625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255A96-4B95-A405-3711-4996BE4686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F218E5-2022-BEF1-1E0C-B80B865DD0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74575-7203-B40C-FFFA-437DEC705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89235-9656-44C6-B64F-0332B5D28B7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FF056-24D5-70DF-47DC-9131A5103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7CCBB-AC57-1096-2CD8-F907F7D91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868EF-731C-4D24-A011-91D90AE27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515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EB8A38-17E3-8952-58F8-F1913FF5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007FD-B72C-43A4-1BBF-AF0FEBC5DB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F1F9D-1F25-D634-6724-88FF6A9257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289235-9656-44C6-B64F-0332B5D28B7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7773C-8AC8-106F-1CBB-FCE5F8DD62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BF32A-28FE-B601-BC6A-4EA28BDD26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D868EF-731C-4D24-A011-91D90AE27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255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C44FC-5B56-03BA-7DBA-7797A6785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5360" y="1600200"/>
            <a:ext cx="2218944" cy="1060704"/>
          </a:xfrm>
        </p:spPr>
        <p:txBody>
          <a:bodyPr/>
          <a:lstStyle/>
          <a:p>
            <a:r>
              <a:rPr lang="en-US" dirty="0"/>
              <a:t>DBMS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13DF7C-7677-6755-ACF5-1FAC534ACE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2832" y="3035110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REVIEW-2</a:t>
            </a:r>
          </a:p>
          <a:p>
            <a:r>
              <a:rPr lang="en-US" dirty="0"/>
              <a:t>Project Name :- Crop planning &amp; farm input management system</a:t>
            </a:r>
          </a:p>
          <a:p>
            <a:r>
              <a:rPr lang="en-US" dirty="0"/>
              <a:t>Name:- Mohammed Ayman</a:t>
            </a:r>
          </a:p>
          <a:p>
            <a:r>
              <a:rPr lang="en-US" dirty="0"/>
              <a:t>Roll number :- 25WU0102162</a:t>
            </a:r>
          </a:p>
        </p:txBody>
      </p:sp>
    </p:spTree>
    <p:extLst>
      <p:ext uri="{BB962C8B-B14F-4D97-AF65-F5344CB8AC3E}">
        <p14:creationId xmlns:p14="http://schemas.microsoft.com/office/powerpoint/2010/main" val="249880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90D5D-45D2-A65C-2A6A-199765729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7540" y="5327543"/>
            <a:ext cx="2182402" cy="13255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01241C-5C52-64C5-6A2A-30A91B46DC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58" y="0"/>
            <a:ext cx="12041523" cy="729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172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225BDA8-5DCF-1EAC-A5FB-E8D41D6361E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7" r="6057"/>
          <a:stretch>
            <a:fillRect/>
          </a:stretch>
        </p:blipFill>
        <p:spPr>
          <a:xfrm>
            <a:off x="1106424" y="-374904"/>
            <a:ext cx="9546336" cy="647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313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20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DBMS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Ismail</dc:creator>
  <cp:lastModifiedBy>Mohammed Ismail</cp:lastModifiedBy>
  <cp:revision>2</cp:revision>
  <dcterms:created xsi:type="dcterms:W3CDTF">2026-10-01T09:17:52Z</dcterms:created>
  <dcterms:modified xsi:type="dcterms:W3CDTF">2026-10-07T09:05:45Z</dcterms:modified>
</cp:coreProperties>
</file>